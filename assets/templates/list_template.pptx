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 standalone="yes"?>
<p:presentation xmlns:p="http://schemas.openxmlformats.org/presentationml/2006/main">
  <p:sldIdLst>
    <p:sldId id="256" r:id="rId1"/>
  </p:sldIdLst>
</p:presentation>
</file>

<file path=ppt/slides/slide1.xml><?xml version="1.0" encoding="utf-8"?>
<p:sld xmlns:p="http://schemas.openxmlformats.org/presentationml/2006/main">
  <p:cSld>
    <p:spTree>
      <p:sp>
        <p:txBody>
          <p:p>
            <p:r>
              <p:t>{{slide_content}}</p:t>
            </p:r>
          </p:p>
        </p:txBody>
      </p:sp>
    </p:spTree>
  </p:cSld>
</p:sld>
</file>